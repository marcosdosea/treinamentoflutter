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86" r:id="rId6"/>
    <p:sldId id="287" r:id="rId7"/>
    <p:sldId id="288" r:id="rId8"/>
    <p:sldId id="289" r:id="rId9"/>
    <p:sldId id="285" r:id="rId10"/>
    <p:sldId id="280" r:id="rId11"/>
  </p:sldIdLst>
  <p:sldSz cx="18288000" cy="10287000"/>
  <p:notesSz cx="6858000" cy="9144000"/>
  <p:embeddedFontLst>
    <p:embeddedFont>
      <p:font typeface="Lato" panose="020F0502020204030203" pitchFamily="34" charset="0"/>
      <p:regular r:id="rId12"/>
      <p:bold r:id="rId13"/>
    </p:embeddedFont>
    <p:embeddedFont>
      <p:font typeface="Lato Bold" panose="020F0502020204030203" charset="0"/>
      <p:regular r:id="rId14"/>
      <p:bold r:id="rId15"/>
    </p:embeddedFont>
    <p:embeddedFont>
      <p:font typeface="Poppins Bold" panose="020B0604020202020204" charset="0"/>
      <p:regular r:id="rId16"/>
      <p:bold r:id="rId17"/>
    </p:embeddedFont>
    <p:embeddedFont>
      <p:font typeface="Poppins Ultra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cookbook/design/draw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flutter.dev/cookbook/design/drawer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flutter.dev/cookbook/design/drawer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flutter.dev/cookbook/design/drawer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design/drawe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9737" y="4610100"/>
            <a:ext cx="13335015" cy="1427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Criação de Menus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1195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 João Vitor, Paulo Vitor 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 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3856" y="325490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Introdução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5" name="Group 15"/>
          <p:cNvGrpSpPr/>
          <p:nvPr/>
        </p:nvGrpSpPr>
        <p:grpSpPr>
          <a:xfrm rot="-5400000">
            <a:off x="568483" y="3745509"/>
            <a:ext cx="829509" cy="1966473"/>
            <a:chOff x="0" y="0"/>
            <a:chExt cx="2354580" cy="5581882"/>
          </a:xfrm>
        </p:grpSpPr>
        <p:sp>
          <p:nvSpPr>
            <p:cNvPr id="2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" name="TextBox 23"/>
          <p:cNvSpPr txBox="1"/>
          <p:nvPr/>
        </p:nvSpPr>
        <p:spPr>
          <a:xfrm>
            <a:off x="2117237" y="4445526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Criar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um Scaffold</a:t>
            </a:r>
          </a:p>
        </p:txBody>
      </p:sp>
      <p:grpSp>
        <p:nvGrpSpPr>
          <p:cNvPr id="28" name="Group 15"/>
          <p:cNvGrpSpPr/>
          <p:nvPr/>
        </p:nvGrpSpPr>
        <p:grpSpPr>
          <a:xfrm rot="-5400000">
            <a:off x="568482" y="4936581"/>
            <a:ext cx="829509" cy="1966473"/>
            <a:chOff x="0" y="0"/>
            <a:chExt cx="2354580" cy="5581882"/>
          </a:xfrm>
        </p:grpSpPr>
        <p:sp>
          <p:nvSpPr>
            <p:cNvPr id="29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0" name="TextBox 23"/>
          <p:cNvSpPr txBox="1"/>
          <p:nvPr/>
        </p:nvSpPr>
        <p:spPr>
          <a:xfrm>
            <a:off x="2117238" y="5636598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Adicionar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um Drawer</a:t>
            </a:r>
          </a:p>
        </p:txBody>
      </p:sp>
      <p:grpSp>
        <p:nvGrpSpPr>
          <p:cNvPr id="31" name="Group 15"/>
          <p:cNvGrpSpPr/>
          <p:nvPr/>
        </p:nvGrpSpPr>
        <p:grpSpPr>
          <a:xfrm rot="-5400000">
            <a:off x="561555" y="6127653"/>
            <a:ext cx="829509" cy="1966473"/>
            <a:chOff x="0" y="0"/>
            <a:chExt cx="2354580" cy="5581882"/>
          </a:xfrm>
        </p:grpSpPr>
        <p:sp>
          <p:nvSpPr>
            <p:cNvPr id="32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Box 23"/>
          <p:cNvSpPr txBox="1"/>
          <p:nvPr/>
        </p:nvSpPr>
        <p:spPr>
          <a:xfrm>
            <a:off x="2123856" y="6827670"/>
            <a:ext cx="7343333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Preencher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um Drawer</a:t>
            </a:r>
          </a:p>
        </p:txBody>
      </p:sp>
      <p:grpSp>
        <p:nvGrpSpPr>
          <p:cNvPr id="34" name="Group 15"/>
          <p:cNvGrpSpPr/>
          <p:nvPr/>
        </p:nvGrpSpPr>
        <p:grpSpPr>
          <a:xfrm rot="-5400000">
            <a:off x="568483" y="7318725"/>
            <a:ext cx="829509" cy="1966473"/>
            <a:chOff x="0" y="0"/>
            <a:chExt cx="2354580" cy="5581882"/>
          </a:xfrm>
        </p:grpSpPr>
        <p:sp>
          <p:nvSpPr>
            <p:cNvPr id="35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" name="TextBox 23"/>
          <p:cNvSpPr txBox="1"/>
          <p:nvPr/>
        </p:nvSpPr>
        <p:spPr>
          <a:xfrm>
            <a:off x="2117236" y="8080233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DrawerHeader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e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ListTile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7" name="Group 15"/>
          <p:cNvGrpSpPr/>
          <p:nvPr/>
        </p:nvGrpSpPr>
        <p:grpSpPr>
          <a:xfrm rot="-5400000">
            <a:off x="568483" y="8518623"/>
            <a:ext cx="829509" cy="1966473"/>
            <a:chOff x="0" y="0"/>
            <a:chExt cx="2354580" cy="5581882"/>
          </a:xfrm>
        </p:grpSpPr>
        <p:sp>
          <p:nvSpPr>
            <p:cNvPr id="38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9" name="TextBox 23"/>
          <p:cNvSpPr txBox="1"/>
          <p:nvPr/>
        </p:nvSpPr>
        <p:spPr>
          <a:xfrm>
            <a:off x="2123856" y="917653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Fechar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um Drawer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571500"/>
            <a:ext cx="81153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Introdução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2247900"/>
            <a:ext cx="16144008" cy="609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uso de menus é uma alternativa prática para a organização de um aplicativo;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desenvolvimento mobile, como não há espaço suficiente para agrupar todas as funcionalidades, utilizamos vários menus;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criar um menu é simples, seguindo as seguintes etapas:</a:t>
            </a:r>
          </a:p>
          <a:p>
            <a:pPr algn="just">
              <a:lnSpc>
                <a:spcPts val="4759"/>
              </a:lnSpc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1. Criar um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Scaffold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2. Adicionar um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 </a:t>
            </a:r>
          </a:p>
          <a:p>
            <a:pPr algn="just">
              <a:lnSpc>
                <a:spcPts val="4759"/>
              </a:lnSpc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3. Preencher um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itens;</a:t>
            </a:r>
          </a:p>
          <a:p>
            <a:pPr algn="just">
              <a:lnSpc>
                <a:spcPts val="4759"/>
              </a:lnSpc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4. Fechar o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programaticamente.</a:t>
            </a: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Passo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01 –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Crie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um Scaffold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2857500"/>
            <a:ext cx="7543800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widget Scaffold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estrutura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visual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consistente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oferencendo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suporte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components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especiais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Drawers,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AppBars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SnackBars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Scaffold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conjunto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um Drawer.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611" y="4764331"/>
            <a:ext cx="9991286" cy="295742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9001979" y="7886700"/>
            <a:ext cx="8236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– Criação de um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Scaffold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https://docs.flutter.dev/cookbook/design/drawer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314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Passo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02 –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Adicione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um Drawer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2114634"/>
            <a:ext cx="7924800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widget Drawer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exibir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menu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navegação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lateral;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Geralmente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Drawer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colocado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dentro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um Scaffold,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acessado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através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propriedade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drawer do Scaffold;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Assim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acesso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opções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navegação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001977" y="7322433"/>
            <a:ext cx="8236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2"/>
              </a:rPr>
              <a:t>https://docs.flutter.dev/cookbook/design/drawer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663" y="3695700"/>
            <a:ext cx="9041179" cy="360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4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Passo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03 –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Preencha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o Drawer com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itens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0554" y="2095158"/>
            <a:ext cx="9448800" cy="671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Agora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Drawer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foi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importante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adicionar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conteúdos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um widget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versátil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Flutter,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permitindo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exibir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conteúdos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roláveis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Flutter;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preencher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DrawerHeader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dois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ListTile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462654" y="9066298"/>
            <a:ext cx="8236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Preenchimento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2"/>
              </a:rPr>
              <a:t>https://docs.flutter.dev/cookbook/design/drawer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329" y="1783467"/>
            <a:ext cx="7315200" cy="724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4953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DrawerHeader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ListTile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39881" y="2933700"/>
            <a:ext cx="17245446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DrawerHeader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espaço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exibir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título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logotipo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ListTitle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um widget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representar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único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item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layout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exibir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título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subtítulo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opcional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ícone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opcional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além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lidar com toques.</a:t>
            </a:r>
          </a:p>
        </p:txBody>
      </p:sp>
    </p:spTree>
    <p:extLst>
      <p:ext uri="{BB962C8B-B14F-4D97-AF65-F5344CB8AC3E}">
        <p14:creationId xmlns:p14="http://schemas.microsoft.com/office/powerpoint/2010/main" val="256847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307031" y="7620"/>
            <a:ext cx="1031124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Passo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04 –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Feche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o Drawer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programaticamente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0554" y="2095158"/>
            <a:ext cx="9448800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Após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tocar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item,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possível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seja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necessário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fechar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drawer,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isso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Navigator;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abre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menu, o Flutter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adiciona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à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pilha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navegação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assim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fechar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menu,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Navigator.pop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().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727489" y="7451556"/>
            <a:ext cx="8236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04 – Fechamento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Drawer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2"/>
              </a:rPr>
              <a:t>https://docs.flutter.dev/cookbook/design/drawer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186" y="2552700"/>
            <a:ext cx="7512938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87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para a criação de um menu encontra-se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menuConfiguracoes.dart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OBS.: 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Abra também o projeto 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Priorize 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 tente achar as aplicações de menus.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00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6673" y="2324100"/>
            <a:ext cx="1637260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 err="1"/>
              <a:t>Add</a:t>
            </a:r>
            <a:r>
              <a:rPr lang="pt-BR" sz="3600" b="1" dirty="0"/>
              <a:t> a </a:t>
            </a:r>
            <a:r>
              <a:rPr lang="pt-BR" sz="3600" b="1" dirty="0" err="1"/>
              <a:t>drawer</a:t>
            </a:r>
            <a:r>
              <a:rPr lang="pt-BR" sz="3600" b="1" dirty="0"/>
              <a:t> </a:t>
            </a:r>
            <a:r>
              <a:rPr lang="pt-BR" sz="3600" b="1" dirty="0" err="1"/>
              <a:t>to</a:t>
            </a:r>
            <a:r>
              <a:rPr lang="pt-BR" sz="3600" b="1" dirty="0"/>
              <a:t> a </a:t>
            </a:r>
            <a:r>
              <a:rPr lang="pt-BR" sz="3600" b="1" dirty="0" err="1"/>
              <a:t>screen</a:t>
            </a:r>
            <a:r>
              <a:rPr lang="pt-BR" sz="3600" dirty="0"/>
              <a:t>. Disponível em: </a:t>
            </a:r>
            <a:r>
              <a:rPr lang="pt-BR" sz="3600" dirty="0">
                <a:hlinkClick r:id="rId2"/>
              </a:rPr>
              <a:t>https://docs.flutter.dev/cookbook/design/drawer</a:t>
            </a:r>
            <a:r>
              <a:rPr lang="pt-BR" sz="3600" dirty="0"/>
              <a:t>. Acesso em: 8 mar. 2024.</a:t>
            </a:r>
          </a:p>
        </p:txBody>
      </p:sp>
    </p:spTree>
    <p:extLst>
      <p:ext uri="{BB962C8B-B14F-4D97-AF65-F5344CB8AC3E}">
        <p14:creationId xmlns:p14="http://schemas.microsoft.com/office/powerpoint/2010/main" val="16177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532</Words>
  <Application>Microsoft Office PowerPoint</Application>
  <PresentationFormat>Personalizar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Poppins Bold</vt:lpstr>
      <vt:lpstr>Arial</vt:lpstr>
      <vt:lpstr>Lato</vt:lpstr>
      <vt:lpstr>Lato Bold</vt:lpstr>
      <vt:lpstr>Poppins Ultra-Bold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Paulo Vítor</cp:lastModifiedBy>
  <cp:revision>38</cp:revision>
  <dcterms:created xsi:type="dcterms:W3CDTF">2006-08-16T00:00:00Z</dcterms:created>
  <dcterms:modified xsi:type="dcterms:W3CDTF">2025-11-25T00:18:27Z</dcterms:modified>
  <dc:identifier>DAF-TiBPULQ</dc:identifier>
</cp:coreProperties>
</file>