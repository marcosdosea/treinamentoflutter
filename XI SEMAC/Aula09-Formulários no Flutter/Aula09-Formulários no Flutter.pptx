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Lato Bold" panose="020F0502020204030203" charset="0"/>
      <p:regular r:id="rId17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  <p:bold r:id="rId24"/>
    </p:embeddedFont>
    <p:embeddedFont>
      <p:font typeface="Poppins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82BCF-A78E-446B-908F-4EA5FE367AD0}" v="356" dt="2024-03-31T18:42:18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571985"/>
            <a:ext cx="12859928" cy="11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1"/>
              </a:lnSpc>
            </a:pPr>
            <a:r>
              <a:rPr lang="en-US" sz="8001" spc="400">
                <a:solidFill>
                  <a:srgbClr val="2B4A9D"/>
                </a:solidFill>
                <a:latin typeface="Poppins Bold"/>
              </a:rPr>
              <a:t>Formulários no Flutter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110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3200" spc="350" dirty="0">
                <a:solidFill>
                  <a:srgbClr val="000000"/>
                </a:solidFill>
                <a:latin typeface="Lato"/>
              </a:rPr>
              <a:t>João Victor, Paulo Vitor e </a:t>
            </a:r>
            <a:r>
              <a:rPr lang="en-US" sz="32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50" dirty="0">
                <a:solidFill>
                  <a:srgbClr val="000000"/>
                </a:solidFill>
                <a:latin typeface="Lato"/>
              </a:rPr>
              <a:t> Vasconcelos 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58202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194238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4233296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2846164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Introdução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218" y="5960317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Criação de botão de envio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858" y="4920424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Adição de campos de entrada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568482" y="5272355"/>
            <a:ext cx="829509" cy="1966473"/>
            <a:chOff x="0" y="0"/>
            <a:chExt cx="2354580" cy="55818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123858" y="6998541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Validação dos campos de entrada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3858" y="3882200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Inserção do widget Form</a:t>
            </a:r>
          </a:p>
        </p:txBody>
      </p:sp>
      <p:grpSp>
        <p:nvGrpSpPr>
          <p:cNvPr id="28" name="Group 28"/>
          <p:cNvGrpSpPr/>
          <p:nvPr/>
        </p:nvGrpSpPr>
        <p:grpSpPr>
          <a:xfrm rot="-5400000">
            <a:off x="568482" y="6311413"/>
            <a:ext cx="829509" cy="1966473"/>
            <a:chOff x="0" y="0"/>
            <a:chExt cx="2354580" cy="55818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568482" y="7350472"/>
            <a:ext cx="829509" cy="1966473"/>
            <a:chOff x="0" y="0"/>
            <a:chExt cx="2354580" cy="55818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123858" y="8038434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Salvamento dos campos de entrada </a:t>
            </a:r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568482" y="8389530"/>
            <a:ext cx="829509" cy="1966473"/>
            <a:chOff x="0" y="0"/>
            <a:chExt cx="2354580" cy="55818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123858" y="9065745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Resultado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16086" y="45706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Introdução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569289"/>
            <a:ext cx="17400142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200" spc="330" dirty="0">
                <a:solidFill>
                  <a:srgbClr val="000000"/>
                </a:solidFill>
                <a:latin typeface="Lato"/>
              </a:rPr>
              <a:t>Neste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módulo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veremos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criar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formulários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eficientes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funcionais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aplicativos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Adicionando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campos de entrada,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botões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envio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e outros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elementos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essenciais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criar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forms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completos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atraentes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.</a:t>
            </a:r>
            <a:endParaRPr lang="en-US" sz="3200" spc="33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200" spc="330" dirty="0">
                <a:solidFill>
                  <a:srgbClr val="000000"/>
                </a:solidFill>
                <a:latin typeface="Lato"/>
              </a:rPr>
              <a:t>Estrutura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básica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iniciar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200" spc="330" err="1">
                <a:solidFill>
                  <a:srgbClr val="000000"/>
                </a:solidFill>
                <a:latin typeface="Lato"/>
              </a:rPr>
              <a:t>projeto</a:t>
            </a:r>
            <a:r>
              <a:rPr lang="en-US" sz="3200" spc="330" dirty="0">
                <a:solidFill>
                  <a:srgbClr val="000000"/>
                </a:solidFill>
                <a:latin typeface="Lato"/>
              </a:rPr>
              <a:t>:</a:t>
            </a:r>
            <a:endParaRPr lang="en-US" sz="3200" spc="33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3928D86-905B-480E-94D7-0500805BC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9979" y="4663157"/>
            <a:ext cx="7816163" cy="4698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Inserção do widget 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028" y="1569289"/>
            <a:ext cx="7443353" cy="289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Agora adicione a classe com o widget “Form” em seu build method. Isso irá criar um formulário para o usuário preencher.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F84BA5-D59B-41EA-3EDE-CCDD89D8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966570"/>
            <a:ext cx="7636969" cy="6353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0970254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Adição dos campos de entrada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6673" y="2944813"/>
            <a:ext cx="16442627" cy="308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0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Dentro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do widget Form,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adicione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campos de entrada que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você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deseja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que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preencha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  <a:endParaRPr lang="pt-BR" dirty="0"/>
          </a:p>
          <a:p>
            <a:pPr marL="755650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Por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você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pode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adicionar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um “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TextFormField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” para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caixa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texto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ou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um “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DropdownButtonFormField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” para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suspensa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0970254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Adição dos campos de entrada</a:t>
            </a:r>
          </a:p>
        </p:txBody>
      </p:sp>
      <p:grpSp>
        <p:nvGrpSpPr>
          <p:cNvPr id="5" name="Group 5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A0B514DB-DE93-A79B-281A-932ADDB48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4393" y="1944130"/>
            <a:ext cx="11592567" cy="79587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492570" y="379832"/>
            <a:ext cx="1130286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Criação de botão de envio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028" y="2019300"/>
            <a:ext cx="8780972" cy="559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Adicione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envio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no final do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formulário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Você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pode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usar um “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ElevatedButton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” para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Não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esqueça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adicionar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validações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no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seu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formulário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 No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presente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no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projeto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campos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são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validados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antes do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envio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formulário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587E0D-BBF5-8BA7-2934-DEAB1FA7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3619319"/>
            <a:ext cx="6993301" cy="3048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492570" y="379832"/>
            <a:ext cx="11302861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Validação dos campos de entrada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979" y="2223574"/>
            <a:ext cx="8780972" cy="637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>
                <a:solidFill>
                  <a:srgbClr val="000000"/>
                </a:solidFill>
                <a:latin typeface="Lato"/>
              </a:rPr>
              <a:t>Para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validar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campos de entrada,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usaremos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método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“validate” no “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TextFormField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”.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irá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verificar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se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preencheu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corretamente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campos 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exibirá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erros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se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necessário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  <a:endParaRPr lang="pt-BR" dirty="0"/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Também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possível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utilizar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método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“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autovalidate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” do widget “Form” para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validar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campos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automaticamente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enquanto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preenche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formulário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  <a:endParaRPr lang="en-US" sz="3300" spc="33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47FD8E-22D3-C074-D464-CCC3C1A18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3524061"/>
            <a:ext cx="6956744" cy="32388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3028" y="2294846"/>
            <a:ext cx="16896272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Quando o usuário clicar no botão de envio, os dados digitados são salvos nas seguintes variáveis.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Em seguida, você poderá visualizá-los no Console de depuração.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92570" y="379832"/>
            <a:ext cx="11302861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Salvamento dos campos de entrada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6FB55E-E292-E341-1B3D-E3B81B5D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63" y="4634715"/>
            <a:ext cx="8097274" cy="4825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Resultado final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785" y="1907673"/>
            <a:ext cx="8296025" cy="1195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0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Acesse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código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completo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b="1" spc="350" dirty="0" err="1">
                <a:solidFill>
                  <a:srgbClr val="000000"/>
                </a:solidFill>
                <a:latin typeface="Lato"/>
              </a:rPr>
              <a:t>eventoForm.dart</a:t>
            </a:r>
            <a:endParaRPr lang="en-US" sz="3500" b="1" u="sng" spc="350" dirty="0">
              <a:solidFill>
                <a:srgbClr val="5271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567C14C-1300-C03F-58D5-8B5C27AC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27" y="3956894"/>
            <a:ext cx="8726118" cy="53252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687967"/>
            <a:ext cx="16442627" cy="320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Flutter: </a:t>
            </a:r>
            <a:r>
              <a:rPr lang="en-US" sz="2799" spc="139" dirty="0" err="1">
                <a:solidFill>
                  <a:srgbClr val="000000"/>
                </a:solidFill>
                <a:latin typeface="Poppins Bold"/>
              </a:rPr>
              <a:t>como</a:t>
            </a: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 Bold"/>
              </a:rPr>
              <a:t>criar</a:t>
            </a: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 um </a:t>
            </a:r>
            <a:r>
              <a:rPr lang="en-US" sz="2799" spc="139" dirty="0" err="1">
                <a:solidFill>
                  <a:srgbClr val="000000"/>
                </a:solidFill>
                <a:latin typeface="Poppins Bold"/>
              </a:rPr>
              <a:t>formulário</a:t>
            </a: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.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Disponível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&lt;https://www.alura.com.br/artigos/criando-formulario-com-flutter&gt;.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Acesso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8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Disponível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&lt;https://docs.flutter.dev/ui&gt;.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Acesso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8 mar. 2024.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384</Words>
  <Application>Microsoft Office PowerPoint</Application>
  <PresentationFormat>Personalizar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Poppins Bold</vt:lpstr>
      <vt:lpstr>Poppins</vt:lpstr>
      <vt:lpstr>Arial</vt:lpstr>
      <vt:lpstr>Lato</vt:lpstr>
      <vt:lpstr>Lato Bold</vt:lpstr>
      <vt:lpstr>Poppins Ultra-Bold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Aula09-Formulários no Flutter</dc:title>
  <cp:lastModifiedBy>Paulo Vítor</cp:lastModifiedBy>
  <cp:revision>79</cp:revision>
  <dcterms:created xsi:type="dcterms:W3CDTF">2006-08-16T00:00:00Z</dcterms:created>
  <dcterms:modified xsi:type="dcterms:W3CDTF">2025-11-25T00:43:14Z</dcterms:modified>
  <dc:identifier>DAF-XfFka0w</dc:identifier>
</cp:coreProperties>
</file>